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483D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551962-1CA3-404C-98F4-F189955FA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8B944C-C82C-4340-815F-8ACF836C9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C524C5-0795-4885-B740-D60A6248B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48A57-8166-43D8-A61C-048ED9D1515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407BD6-D6DC-4DF7-9A4F-2AB7CE8A2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55BD02-ACFE-4958-AAA0-7577E809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DAED-391C-4AD0-8FC5-7826A65D5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509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87BD52-52C6-4E87-B7BC-5CEAA27C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A29547-CBE8-409F-BBF2-2367E19D2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ECCAEB-0F63-48B5-BB36-0328ED4FF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48A57-8166-43D8-A61C-048ED9D1515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10CA86-438D-4F00-AFE8-A7A78421D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D6B332-D1B6-44BA-9DF6-13778B984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DAED-391C-4AD0-8FC5-7826A65D5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712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217B8F-5849-493E-812C-E633F6B0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8D6EB1-7874-45CD-82D3-923689AF8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F36A41-A6FF-47B8-9A1C-87A9E6338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48A57-8166-43D8-A61C-048ED9D1515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5E0168-F64D-4DA0-9755-458DDEADA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FF8718-2A1D-4AED-B521-1B957CE49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DAED-391C-4AD0-8FC5-7826A65D5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20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50E9B-B059-43E6-A55F-59B178AB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6E357-4D7F-4ABD-91AE-B72F90209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3FE5FD-E3C2-414F-A25E-ECCA2B556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681FE4-4CA8-41CE-A5DF-7274EE43D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48A57-8166-43D8-A61C-048ED9D1515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8B50E3-3572-443F-BB09-C0B0D454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CFD76F-B6E6-4810-8E3D-11995224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DAED-391C-4AD0-8FC5-7826A65D5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384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AAF03C-04D1-48F3-BB15-06CD4E58C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B011A3-4638-44A3-BD80-CF30727C1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5C30FD-2F14-4B77-815B-21E60A54F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0A66BE-8A13-498B-8526-CFD62DAA5D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FCC3A9-FC55-4DA5-B4E5-E9CF63EEF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514A25A-2935-4E60-9C63-EE766712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48A57-8166-43D8-A61C-048ED9D1515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6A44CBC-0C2B-46A0-92D4-8A2F7265B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0A891A-2374-474B-AF5A-F4D13D91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DAED-391C-4AD0-8FC5-7826A65D5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727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01F285-8A30-440A-BA1F-1E11CADF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4E4D04-7964-4A11-92CC-8175BA299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48A57-8166-43D8-A61C-048ED9D1515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2289D3B-1EC9-459C-A7D1-C2D75CE7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2F4897-AB72-452C-80F1-B6CF0AB94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DAED-391C-4AD0-8FC5-7826A65D5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319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0B46F1-DA94-46FB-B85B-5B1E7A2A2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48A57-8166-43D8-A61C-048ED9D1515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EEAD0D3-1C7C-44BB-8E38-31A32B8E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2E9289-C6C7-4B34-913F-A66DA06FE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DAED-391C-4AD0-8FC5-7826A65D5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50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7A2543-9741-496A-A0E4-6E97B0147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402292-810A-4D15-8952-E3A7E3E88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C815D83-6F58-4A49-8718-2F3DC3B9E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24DC53-F477-4AE7-92C3-7ACFBAA0A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48A57-8166-43D8-A61C-048ED9D1515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C02563-133A-4859-A4F9-ED199A498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965DAEA-9394-44AE-8768-CF7C6487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DAED-391C-4AD0-8FC5-7826A65D5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010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04D39-0C31-4C35-9055-F40DFE698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B61E865-E7A2-458B-B9CB-CC48431D1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ED1F1A-B99D-4316-9768-6C73DC81F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22DBE5-9AD3-4A07-BE7C-0C88051F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48A57-8166-43D8-A61C-048ED9D1515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030343-02B4-4CEE-B7DF-42EBBC9F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EF3097-2850-459F-8692-543D3809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DAED-391C-4AD0-8FC5-7826A65D5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426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364FB8-385F-4B22-81C6-7FF57D63E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5EA128-3D2D-4513-B916-ADDF6D877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B32BB2-7E60-4ED3-BFEE-042A3C7FB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48A57-8166-43D8-A61C-048ED9D1515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9C265B-A0F5-4E37-9F6A-14A3B191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9C828E-5CE5-4F25-8E6D-CAE8132EF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DAED-391C-4AD0-8FC5-7826A65D5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531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799F22C-A7E2-4963-8564-FF0E90E6D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C9813A-B952-4D02-990D-844E8ABFE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5203DA-0FC0-4810-AD8B-D08E6A5A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48A57-8166-43D8-A61C-048ED9D1515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E59189-84F1-428D-8501-6119BF562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D1A53B-BF53-48A5-8A36-3F5B9517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DAED-391C-4AD0-8FC5-7826A65D5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52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6B00E-D43F-4AB6-8249-1361A9E75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GB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107F23-679E-41AD-B156-899281204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89A37F-D847-4F43-B609-B85D528D1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48A57-8166-43D8-A61C-048ED9D1515E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D3359F-C97F-437E-A402-8185422E5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D72DA5-835E-4456-8A41-88ACC3001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BDAED-391C-4AD0-8FC5-7826A65D55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859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slide" Target="slide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2DB643E-4BA2-4427-BA27-809F23E19E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3000"/>
          </a:blip>
          <a:srcRect t="18963" b="24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AutoShape 2">
            <a:extLst>
              <a:ext uri="{FF2B5EF4-FFF2-40B4-BE49-F238E27FC236}">
                <a16:creationId xmlns:a16="http://schemas.microsoft.com/office/drawing/2014/main" id="{162CB4AF-2730-4D27-A9F0-74687DF858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3CFDCED-8B20-487E-B279-DD66288B7C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692"/>
          <a:stretch/>
        </p:blipFill>
        <p:spPr>
          <a:xfrm>
            <a:off x="614680" y="1849120"/>
            <a:ext cx="3962400" cy="36576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E91454D-B053-455B-825A-BB37969A8B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827"/>
          <a:stretch/>
        </p:blipFill>
        <p:spPr>
          <a:xfrm>
            <a:off x="7833360" y="1849120"/>
            <a:ext cx="3962400" cy="365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670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2233882-097F-49E2-8F86-58D0B22BCB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8000"/>
          </a:blip>
          <a:srcRect b="7857"/>
          <a:stretch/>
        </p:blipFill>
        <p:spPr>
          <a:xfrm>
            <a:off x="0" y="0"/>
            <a:ext cx="12192000" cy="68480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67DA9-8BFD-4F85-B9F7-0F950311C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dirty="0">
                <a:solidFill>
                  <a:srgbClr val="333333"/>
                </a:solidFill>
                <a:effectLst/>
                <a:latin typeface="-apple-system"/>
              </a:rPr>
              <a:t>Hotline Miami</a:t>
            </a: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44FC91-A754-4B17-8812-E2526A614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400" y="538847"/>
            <a:ext cx="4099560" cy="230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A3C6362-C6C6-469F-AB06-230A2EFC2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400" y="3429001"/>
            <a:ext cx="4099560" cy="262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83925E6-3A57-41A5-9683-D92DB005F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317731"/>
            <a:ext cx="4099561" cy="230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B473869-9423-4646-8BF6-DBDF51E2F9E0}"/>
              </a:ext>
            </a:extLst>
          </p:cNvPr>
          <p:cNvSpPr/>
          <p:nvPr/>
        </p:nvSpPr>
        <p:spPr>
          <a:xfrm>
            <a:off x="574040" y="1394796"/>
            <a:ext cx="5913120" cy="27624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D4AE34-98EA-4E65-BEA3-15443B474AD6}"/>
              </a:ext>
            </a:extLst>
          </p:cNvPr>
          <p:cNvSpPr txBox="1"/>
          <p:nvPr/>
        </p:nvSpPr>
        <p:spPr>
          <a:xfrm>
            <a:off x="574040" y="1567357"/>
            <a:ext cx="5913120" cy="2306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0" dirty="0">
                <a:solidFill>
                  <a:srgbClr val="333333"/>
                </a:solidFill>
                <a:effectLst/>
                <a:latin typeface="YS Text"/>
              </a:rPr>
              <a:t>Это </a:t>
            </a:r>
            <a:r>
              <a:rPr lang="ru-RU" b="1" dirty="0">
                <a:solidFill>
                  <a:srgbClr val="333333"/>
                </a:solidFill>
                <a:effectLst/>
                <a:latin typeface="YS Text"/>
              </a:rPr>
              <a:t>2D-шутер с видом сверху</a:t>
            </a:r>
            <a:r>
              <a:rPr lang="ru-RU" b="0" dirty="0">
                <a:solidFill>
                  <a:srgbClr val="333333"/>
                </a:solidFill>
                <a:effectLst/>
                <a:latin typeface="YS Text"/>
              </a:rPr>
              <a:t>, в котором нужно проходить разнообразные уровни с врагами, требующими стратегического подхода. </a:t>
            </a:r>
          </a:p>
          <a:p>
            <a:pPr algn="l"/>
            <a:r>
              <a:rPr lang="ru-RU" b="1" dirty="0">
                <a:solidFill>
                  <a:srgbClr val="333333"/>
                </a:solidFill>
                <a:effectLst/>
                <a:latin typeface="YS Text"/>
              </a:rPr>
              <a:t>Некоторые особенности игры:</a:t>
            </a:r>
            <a:endParaRPr lang="ru-RU" b="0" dirty="0">
              <a:solidFill>
                <a:srgbClr val="333333"/>
              </a:solidFill>
              <a:effectLst/>
              <a:latin typeface="YS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пиксельная графика и неоновая атмосфера в духе 80-х;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интенсивные перестрелки и эпичные саундтреки;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множество видов оружия;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высокие ставки, где важна каждая секунда.</a:t>
            </a:r>
          </a:p>
        </p:txBody>
      </p:sp>
    </p:spTree>
    <p:extLst>
      <p:ext uri="{BB962C8B-B14F-4D97-AF65-F5344CB8AC3E}">
        <p14:creationId xmlns:p14="http://schemas.microsoft.com/office/powerpoint/2010/main" val="327624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A93E9C-B250-4DDB-823C-1F1C0FEF39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8000"/>
          </a:blip>
          <a:srcRect b="7857"/>
          <a:stretch/>
        </p:blipFill>
        <p:spPr>
          <a:xfrm>
            <a:off x="0" y="0"/>
            <a:ext cx="12192000" cy="68480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551CF-959D-42AF-BC85-11C53850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Меню входа</a:t>
            </a:r>
            <a:endParaRPr lang="en-GB" b="1" dirty="0"/>
          </a:p>
        </p:txBody>
      </p:sp>
      <p:pic>
        <p:nvPicPr>
          <p:cNvPr id="5" name="Рисунок 4">
            <a:hlinkClick r:id="rId3" action="ppaction://hlinksldjump"/>
            <a:extLst>
              <a:ext uri="{FF2B5EF4-FFF2-40B4-BE49-F238E27FC236}">
                <a16:creationId xmlns:a16="http://schemas.microsoft.com/office/drawing/2014/main" id="{06828B4E-0494-477A-AB74-E31F4E676F4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48" r="18381"/>
          <a:stretch/>
        </p:blipFill>
        <p:spPr>
          <a:xfrm>
            <a:off x="5063614" y="1197767"/>
            <a:ext cx="5476568" cy="489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95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491CD7E-D5E9-4B3C-8C28-49AB02F543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8000"/>
          </a:blip>
          <a:srcRect b="7857"/>
          <a:stretch/>
        </p:blipFill>
        <p:spPr>
          <a:xfrm>
            <a:off x="0" y="0"/>
            <a:ext cx="12192000" cy="68480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728F24-4E14-46CD-A78C-E07F30C83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Меню выбора уровня</a:t>
            </a:r>
            <a:endParaRPr lang="en-GB" b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281939-37D6-49A8-8813-24DA8AF10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590" y="1108144"/>
            <a:ext cx="3946012" cy="5059727"/>
          </a:xfrm>
          <a:prstGeom prst="rect">
            <a:avLst/>
          </a:prstGeom>
        </p:spPr>
      </p:pic>
      <p:sp>
        <p:nvSpPr>
          <p:cNvPr id="9" name="Прямоугольник 8">
            <a:hlinkClick r:id="rId4" action="ppaction://hlinksldjump"/>
            <a:extLst>
              <a:ext uri="{FF2B5EF4-FFF2-40B4-BE49-F238E27FC236}">
                <a16:creationId xmlns:a16="http://schemas.microsoft.com/office/drawing/2014/main" id="{DE2E669A-1A17-458D-9748-D1CB43C193A3}"/>
              </a:ext>
            </a:extLst>
          </p:cNvPr>
          <p:cNvSpPr/>
          <p:nvPr/>
        </p:nvSpPr>
        <p:spPr>
          <a:xfrm>
            <a:off x="7796783" y="3087329"/>
            <a:ext cx="1905382" cy="436921"/>
          </a:xfrm>
          <a:prstGeom prst="rect">
            <a:avLst/>
          </a:prstGeom>
          <a:solidFill>
            <a:srgbClr val="483D8B"/>
          </a:solidFill>
          <a:ln>
            <a:solidFill>
              <a:srgbClr val="483D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Прямоугольник 9">
            <a:hlinkClick r:id="rId5" action="ppaction://hlinksldjump"/>
            <a:extLst>
              <a:ext uri="{FF2B5EF4-FFF2-40B4-BE49-F238E27FC236}">
                <a16:creationId xmlns:a16="http://schemas.microsoft.com/office/drawing/2014/main" id="{DE80AAE6-9CF4-49F3-9ACB-E54A75AFA345}"/>
              </a:ext>
            </a:extLst>
          </p:cNvPr>
          <p:cNvSpPr/>
          <p:nvPr/>
        </p:nvSpPr>
        <p:spPr>
          <a:xfrm>
            <a:off x="7796783" y="3638008"/>
            <a:ext cx="1905382" cy="436921"/>
          </a:xfrm>
          <a:prstGeom prst="rect">
            <a:avLst/>
          </a:prstGeom>
          <a:solidFill>
            <a:srgbClr val="483D8B"/>
          </a:solidFill>
          <a:ln>
            <a:solidFill>
              <a:srgbClr val="483D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Прямоугольник 10">
            <a:hlinkClick r:id="rId6" action="ppaction://hlinksldjump"/>
            <a:extLst>
              <a:ext uri="{FF2B5EF4-FFF2-40B4-BE49-F238E27FC236}">
                <a16:creationId xmlns:a16="http://schemas.microsoft.com/office/drawing/2014/main" id="{879BAE5E-2840-4A6D-816B-0AC82251B5BC}"/>
              </a:ext>
            </a:extLst>
          </p:cNvPr>
          <p:cNvSpPr/>
          <p:nvPr/>
        </p:nvSpPr>
        <p:spPr>
          <a:xfrm>
            <a:off x="7796783" y="4188686"/>
            <a:ext cx="1905382" cy="436921"/>
          </a:xfrm>
          <a:prstGeom prst="rect">
            <a:avLst/>
          </a:prstGeom>
          <a:solidFill>
            <a:srgbClr val="483D8B"/>
          </a:solidFill>
          <a:ln>
            <a:solidFill>
              <a:srgbClr val="483D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7B792A-73E5-436A-A598-D2763ACD3D3D}"/>
              </a:ext>
            </a:extLst>
          </p:cNvPr>
          <p:cNvSpPr txBox="1"/>
          <p:nvPr/>
        </p:nvSpPr>
        <p:spPr>
          <a:xfrm>
            <a:off x="8331026" y="3121123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Level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A325F-2FB8-4016-9DDB-6714CA5F872F}"/>
              </a:ext>
            </a:extLst>
          </p:cNvPr>
          <p:cNvSpPr txBox="1"/>
          <p:nvPr/>
        </p:nvSpPr>
        <p:spPr>
          <a:xfrm>
            <a:off x="8331026" y="3671802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Level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9CA6C7-9B3F-4942-B923-ACAAC29A37AF}"/>
              </a:ext>
            </a:extLst>
          </p:cNvPr>
          <p:cNvSpPr txBox="1"/>
          <p:nvPr/>
        </p:nvSpPr>
        <p:spPr>
          <a:xfrm>
            <a:off x="8331026" y="4222481"/>
            <a:ext cx="836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Level 3</a:t>
            </a:r>
          </a:p>
        </p:txBody>
      </p:sp>
      <p:sp>
        <p:nvSpPr>
          <p:cNvPr id="16" name="Прямоугольник 15">
            <a:hlinkClick r:id="rId7" action="ppaction://hlinksldjump"/>
            <a:extLst>
              <a:ext uri="{FF2B5EF4-FFF2-40B4-BE49-F238E27FC236}">
                <a16:creationId xmlns:a16="http://schemas.microsoft.com/office/drawing/2014/main" id="{DE67089F-6573-4796-ABB7-76EFB036B6BC}"/>
              </a:ext>
            </a:extLst>
          </p:cNvPr>
          <p:cNvSpPr/>
          <p:nvPr/>
        </p:nvSpPr>
        <p:spPr>
          <a:xfrm>
            <a:off x="7796783" y="4736225"/>
            <a:ext cx="1905382" cy="381000"/>
          </a:xfrm>
          <a:prstGeom prst="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05BA51-F80F-47A7-A73D-C2DAB7A7C3A8}"/>
              </a:ext>
            </a:extLst>
          </p:cNvPr>
          <p:cNvSpPr txBox="1"/>
          <p:nvPr/>
        </p:nvSpPr>
        <p:spPr>
          <a:xfrm>
            <a:off x="8371806" y="4736225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назад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40E9853-0586-4970-A6AA-569340FB5C77}"/>
              </a:ext>
            </a:extLst>
          </p:cNvPr>
          <p:cNvSpPr/>
          <p:nvPr/>
        </p:nvSpPr>
        <p:spPr>
          <a:xfrm>
            <a:off x="898810" y="2475260"/>
            <a:ext cx="5197190" cy="27624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2AD7CB-8B3F-42C4-8E07-F7FB535E9B40}"/>
              </a:ext>
            </a:extLst>
          </p:cNvPr>
          <p:cNvSpPr txBox="1"/>
          <p:nvPr/>
        </p:nvSpPr>
        <p:spPr>
          <a:xfrm>
            <a:off x="1474289" y="3121123"/>
            <a:ext cx="4127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нашей игре присутствует три прогрессирующих по сложности уровня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74390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1079CFD-2CDC-4E1C-A9CF-66C0B9D9D1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8000"/>
          </a:blip>
          <a:srcRect b="7857"/>
          <a:stretch/>
        </p:blipFill>
        <p:spPr>
          <a:xfrm>
            <a:off x="0" y="0"/>
            <a:ext cx="12192000" cy="68480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89B5A-01CC-40CE-80DC-04FE2F49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Уровень первый</a:t>
            </a:r>
            <a:endParaRPr lang="en-GB" b="1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BE578C6-A18C-4BD1-8E79-43C98ACD8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783" y="1330407"/>
            <a:ext cx="2418478" cy="4351338"/>
          </a:xfrm>
        </p:spPr>
      </p:pic>
      <p:sp>
        <p:nvSpPr>
          <p:cNvPr id="10" name="Прямоугольник 9">
            <a:hlinkClick r:id="rId4" action="ppaction://hlinksldjump"/>
            <a:extLst>
              <a:ext uri="{FF2B5EF4-FFF2-40B4-BE49-F238E27FC236}">
                <a16:creationId xmlns:a16="http://schemas.microsoft.com/office/drawing/2014/main" id="{B0533E49-E611-4AC7-8A31-9BF2559FF870}"/>
              </a:ext>
            </a:extLst>
          </p:cNvPr>
          <p:cNvSpPr/>
          <p:nvPr/>
        </p:nvSpPr>
        <p:spPr>
          <a:xfrm>
            <a:off x="359663" y="6053220"/>
            <a:ext cx="1905382" cy="381000"/>
          </a:xfrm>
          <a:prstGeom prst="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4C792D-2C41-45F8-85A2-7450EB35099E}"/>
              </a:ext>
            </a:extLst>
          </p:cNvPr>
          <p:cNvSpPr txBox="1"/>
          <p:nvPr/>
        </p:nvSpPr>
        <p:spPr>
          <a:xfrm>
            <a:off x="934686" y="605322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назад</a:t>
            </a:r>
            <a:endParaRPr lang="en-GB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050BA26-9515-4656-87FE-FA5EB3F4A1F4}"/>
              </a:ext>
            </a:extLst>
          </p:cNvPr>
          <p:cNvSpPr/>
          <p:nvPr/>
        </p:nvSpPr>
        <p:spPr>
          <a:xfrm>
            <a:off x="838200" y="1645403"/>
            <a:ext cx="5197190" cy="27624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FD2BCF-F57F-471C-9787-8FD0C48BBFE9}"/>
              </a:ext>
            </a:extLst>
          </p:cNvPr>
          <p:cNvSpPr txBox="1"/>
          <p:nvPr/>
        </p:nvSpPr>
        <p:spPr>
          <a:xfrm>
            <a:off x="934686" y="2035275"/>
            <a:ext cx="46088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Уровень первый самой простой по строение и размеру карты, так же противников всего трое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12464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C873518-9CEE-4652-A25A-861CC317D8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8000"/>
          </a:blip>
          <a:srcRect b="7857"/>
          <a:stretch/>
        </p:blipFill>
        <p:spPr>
          <a:xfrm>
            <a:off x="0" y="0"/>
            <a:ext cx="12192000" cy="68480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0536BE-B06D-4551-B3A8-CE12DEDE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Уровень второй</a:t>
            </a:r>
            <a:endParaRPr lang="en-GB" b="1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5183F9A-A244-426F-9E30-30410E9C27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379" y="1879272"/>
            <a:ext cx="4446644" cy="2785704"/>
          </a:xfrm>
        </p:spPr>
      </p:pic>
      <p:sp>
        <p:nvSpPr>
          <p:cNvPr id="9" name="Прямоугольник 8">
            <a:hlinkClick r:id="rId4" action="ppaction://hlinksldjump"/>
            <a:extLst>
              <a:ext uri="{FF2B5EF4-FFF2-40B4-BE49-F238E27FC236}">
                <a16:creationId xmlns:a16="http://schemas.microsoft.com/office/drawing/2014/main" id="{B45D35D2-C626-4208-953A-25BFE9AEEFF2}"/>
              </a:ext>
            </a:extLst>
          </p:cNvPr>
          <p:cNvSpPr/>
          <p:nvPr/>
        </p:nvSpPr>
        <p:spPr>
          <a:xfrm>
            <a:off x="359663" y="6053220"/>
            <a:ext cx="1905382" cy="381000"/>
          </a:xfrm>
          <a:prstGeom prst="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704B77-36CE-43A7-9BFA-46B092AC4E48}"/>
              </a:ext>
            </a:extLst>
          </p:cNvPr>
          <p:cNvSpPr txBox="1"/>
          <p:nvPr/>
        </p:nvSpPr>
        <p:spPr>
          <a:xfrm>
            <a:off x="934686" y="605322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назад</a:t>
            </a:r>
            <a:endParaRPr lang="en-GB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9017C7E-E7D6-4F59-AFBB-2E06E1B3F534}"/>
              </a:ext>
            </a:extLst>
          </p:cNvPr>
          <p:cNvSpPr/>
          <p:nvPr/>
        </p:nvSpPr>
        <p:spPr>
          <a:xfrm>
            <a:off x="838199" y="1554480"/>
            <a:ext cx="5664979" cy="2898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00F508-1D68-403E-9280-F9B228B8E557}"/>
              </a:ext>
            </a:extLst>
          </p:cNvPr>
          <p:cNvSpPr txBox="1"/>
          <p:nvPr/>
        </p:nvSpPr>
        <p:spPr>
          <a:xfrm>
            <a:off x="838200" y="1879272"/>
            <a:ext cx="60521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Уровень второй представляет собой масштабное улучшение первого уровня: увеличивается карта, появляется большее количество врагов.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419992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1D053C-9E56-4799-84C6-8241DD7C20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8000"/>
          </a:blip>
          <a:srcRect b="7857"/>
          <a:stretch/>
        </p:blipFill>
        <p:spPr>
          <a:xfrm>
            <a:off x="0" y="0"/>
            <a:ext cx="12192000" cy="68480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A25E75-05A2-40EC-8A9D-F94E54EA7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Уровень третий</a:t>
            </a:r>
            <a:endParaRPr lang="en-GB" b="1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2C73F2F-09E8-4E05-885A-B5E26D5547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456" y="2334312"/>
            <a:ext cx="4186166" cy="2598891"/>
          </a:xfrm>
        </p:spPr>
      </p:pic>
      <p:sp>
        <p:nvSpPr>
          <p:cNvPr id="7" name="Прямоугольник 6">
            <a:hlinkClick r:id="rId4" action="ppaction://hlinksldjump"/>
            <a:extLst>
              <a:ext uri="{FF2B5EF4-FFF2-40B4-BE49-F238E27FC236}">
                <a16:creationId xmlns:a16="http://schemas.microsoft.com/office/drawing/2014/main" id="{97C9B2F2-BDE0-4051-9A35-34C6BB6D66BD}"/>
              </a:ext>
            </a:extLst>
          </p:cNvPr>
          <p:cNvSpPr/>
          <p:nvPr/>
        </p:nvSpPr>
        <p:spPr>
          <a:xfrm>
            <a:off x="359663" y="6053220"/>
            <a:ext cx="1905382" cy="381000"/>
          </a:xfrm>
          <a:prstGeom prst="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CAE884-AC99-4477-9FD7-A665317A7454}"/>
              </a:ext>
            </a:extLst>
          </p:cNvPr>
          <p:cNvSpPr txBox="1"/>
          <p:nvPr/>
        </p:nvSpPr>
        <p:spPr>
          <a:xfrm>
            <a:off x="934686" y="605322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назад</a:t>
            </a:r>
            <a:endParaRPr lang="en-GB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7C483F4-ACEE-4CF0-8A38-F271328AB1E8}"/>
              </a:ext>
            </a:extLst>
          </p:cNvPr>
          <p:cNvSpPr/>
          <p:nvPr/>
        </p:nvSpPr>
        <p:spPr>
          <a:xfrm>
            <a:off x="753553" y="2375106"/>
            <a:ext cx="6309525" cy="2465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10D10-A732-4C31-B689-7C0BF91D4119}"/>
              </a:ext>
            </a:extLst>
          </p:cNvPr>
          <p:cNvSpPr txBox="1"/>
          <p:nvPr/>
        </p:nvSpPr>
        <p:spPr>
          <a:xfrm>
            <a:off x="838200" y="2848928"/>
            <a:ext cx="6389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Третий уровень представляет собой самую масштабную карту из трёх и самое большое количество врагов.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11381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F10F7-2AB0-E301-BB74-8184FC4A6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41A0241-0F1C-EB4B-5A9E-0D7C2A1224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8000"/>
          </a:blip>
          <a:srcRect b="7857"/>
          <a:stretch/>
        </p:blipFill>
        <p:spPr>
          <a:xfrm>
            <a:off x="0" y="0"/>
            <a:ext cx="12192000" cy="68480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8A0658-156F-FDFB-EA78-1A6C91715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Меню смерти</a:t>
            </a:r>
            <a:endParaRPr lang="en-GB" b="1" dirty="0"/>
          </a:p>
        </p:txBody>
      </p:sp>
      <p:pic>
        <p:nvPicPr>
          <p:cNvPr id="12" name="Рисунок 11" descr="Изображение выглядит как текст, снимок экрана, графический дизайн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84BBE9D-36F1-45DA-1077-070F8F889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7" t="13457" r="17818" b="25339"/>
          <a:stretch>
            <a:fillRect/>
          </a:stretch>
        </p:blipFill>
        <p:spPr>
          <a:xfrm>
            <a:off x="2824401" y="1889185"/>
            <a:ext cx="5979560" cy="371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765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131</Words>
  <Application>Microsoft Office PowerPoint</Application>
  <PresentationFormat>Широкоэкранный</PresentationFormat>
  <Paragraphs>24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YS Text</vt:lpstr>
      <vt:lpstr>Тема Office</vt:lpstr>
      <vt:lpstr>Презентация PowerPoint</vt:lpstr>
      <vt:lpstr>Hotline Miami</vt:lpstr>
      <vt:lpstr>Меню входа</vt:lpstr>
      <vt:lpstr>Меню выбора уровня</vt:lpstr>
      <vt:lpstr>Уровень первый</vt:lpstr>
      <vt:lpstr>Уровень второй</vt:lpstr>
      <vt:lpstr>Уровень третий</vt:lpstr>
      <vt:lpstr>Меню смерти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Hotline Miami</dc:title>
  <dc:creator>Дмитрий Крылов</dc:creator>
  <cp:lastModifiedBy>Максим Фурсов</cp:lastModifiedBy>
  <cp:revision>9</cp:revision>
  <dcterms:created xsi:type="dcterms:W3CDTF">2026-02-01T09:07:57Z</dcterms:created>
  <dcterms:modified xsi:type="dcterms:W3CDTF">2026-02-26T22:08:36Z</dcterms:modified>
</cp:coreProperties>
</file>